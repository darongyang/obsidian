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5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97EFF-1016-4CF5-A186-7AC8ACAF1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568C47-78C5-429E-999A-7EDF235C0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6AB167-8936-4E30-8366-EF196E775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0887A6-CB70-4758-B6DB-C475B9E6C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5CCFF7-19B8-4BA3-8690-1A5BB539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76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33E47-8EE6-4F44-805F-E90F5EBC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972054-5952-4015-802D-60C78AFFA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DEF7EE-9F6A-414C-ACE4-2BA799954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3DAD0B-5888-44C2-A468-E2396B55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C22F8-DD9A-4BBD-9044-518E0DFB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70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E7E98-5C28-45EA-95F1-D21503058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F50962-5266-46C0-B594-B17C238FD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282402-2C7D-4F64-A83C-FE5F6990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E3FF13-D7FF-4466-A210-DE90BAAB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29D0FB-B0C2-4389-91CA-9B930FA1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83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D0BAC-84A6-4054-9EEE-A8955C9F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9888B-0D7F-4380-97AF-CFAB58422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356B4E-9C78-46E0-8394-E8D6DC064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19196-75D2-46CB-B819-67F26C3A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2109DF-504C-49B7-AB05-B5E1B89B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9C6D6D-12A2-4BB0-8694-FE2BA6C6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21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583B4-A8EE-41B8-BDF8-F05D2DADC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22134E-7AA5-4CA0-8C4D-F94D09BFF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68ED5C-2ED0-4FEC-830D-5A31B1FE4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1070DA-082A-46DC-83ED-76BD68BF5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97ED8A-B644-43F1-BF16-4B5699563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F09775-430C-43F4-9302-EB173DCC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0C8C27-C887-4FC2-802D-049AB2D0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F34741-C6AE-4D0E-83FF-127C8D80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64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A6355-BCCB-43B1-9A45-B19C8127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3B0EE-9E6D-47A1-A686-4B5FCE46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DCCC77-F7C0-472F-A73C-63F1025E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344128-3E16-4956-9619-588D43E3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02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31A2BC-D140-4F6E-BD06-9561C527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72F755-9131-41F7-A90C-0ADD810B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9207C6-639B-4705-94FF-633090D3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41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1D0A6-B62D-4A5F-998F-63C4BEE9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4E5988-0E0B-4959-877B-783F82A94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5672BE-76D0-451F-9B0F-21164AD25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2E2B55-72B2-44E3-A272-9912A9BC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ECD4A-5AAA-4FFE-B61C-52704930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9E106-B490-4C43-803D-F69FD432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47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5D3F8-1BDA-4FD7-93D8-828E8CF5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5DD06F-2E91-4C70-8FD4-57BF90EC4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370025-6E44-4390-8C6C-62A46A34B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702250-6F03-4FB1-BA30-3F015F8F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272CCC-8305-43CA-91C7-F02EB8E4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1FE141-249E-411F-A2CB-AEC43A93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826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C233B-036C-4693-A6D4-8553EF68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737674-FA80-47B3-811C-5E7BB509B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B9DE3-712B-4667-902E-4F9A315C3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135973-BB69-4E74-B94B-2FC9AFC9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D5587E-DB21-443C-9CB3-74C8B358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67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E2484D-ED5A-4597-8851-D476086B9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87E342-D028-4B5C-A925-7883719A3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3400B9-5227-493A-B919-ED0F092E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E26BB7-8946-475E-ACFD-71957151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4A0E9-5015-42CC-BBE0-5E906122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32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212132-A8E7-44D7-BF9C-2642D191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FCA00C-F512-4136-821B-A27563657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55784-FD45-44C0-8549-05899DE82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D9121-5C96-4EAB-AC2A-63D1187C260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333918-CB31-4764-98A5-025850BB0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AE2FF-0E25-4D3C-A3EC-06C538EE4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07CB9-82D7-4EF3-8263-BAD75638EF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555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C0240E6-7D32-4868-ADB6-A8E24DCCA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50" y="0"/>
            <a:ext cx="3086100" cy="6858000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A1B754-8EC1-4A12-A5B9-42D684E3E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687761"/>
              </p:ext>
            </p:extLst>
          </p:nvPr>
        </p:nvGraphicFramePr>
        <p:xfrm>
          <a:off x="4566249" y="3532516"/>
          <a:ext cx="307280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548">
                  <a:extLst>
                    <a:ext uri="{9D8B030D-6E8A-4147-A177-3AD203B41FA5}">
                      <a16:colId xmlns:a16="http://schemas.microsoft.com/office/drawing/2014/main" val="1324946112"/>
                    </a:ext>
                  </a:extLst>
                </a:gridCol>
                <a:gridCol w="1846253">
                  <a:extLst>
                    <a:ext uri="{9D8B030D-6E8A-4147-A177-3AD203B41FA5}">
                      <a16:colId xmlns:a16="http://schemas.microsoft.com/office/drawing/2014/main" val="3991870681"/>
                    </a:ext>
                  </a:extLst>
                </a:gridCol>
              </a:tblGrid>
              <a:tr h="332005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13:00-14:25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time interval 3 (1.5h)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89860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14:35-17:30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time interval 4 (3h)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709647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17:30-19:00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run &amp; dinner &amp; shower 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437521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19:00-19:55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time interval 5 (1h)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590029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20:05-21:30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time interval 6 (1.5h)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005995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21:30-22:30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gym &amp; break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005016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22:30-23:30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time interval 7 (1h)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0950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23:30-01:00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00B050"/>
                          </a:solidFill>
                          <a:latin typeface="Blackadder ITC" panose="04020505051007020D02" pitchFamily="82" charset="0"/>
                        </a:rPr>
                        <a:t>time interval 8 (1.5h)</a:t>
                      </a:r>
                      <a:endParaRPr lang="zh-CN" altLang="en-US" sz="1800" b="0" dirty="0">
                        <a:solidFill>
                          <a:srgbClr val="00B05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962400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01:00-01:30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break  &amp; go to bed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358138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A5C6509-3A7F-4C14-A701-F7C11D9B7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901157"/>
              </p:ext>
            </p:extLst>
          </p:nvPr>
        </p:nvGraphicFramePr>
        <p:xfrm>
          <a:off x="4566249" y="387589"/>
          <a:ext cx="307280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185">
                  <a:extLst>
                    <a:ext uri="{9D8B030D-6E8A-4147-A177-3AD203B41FA5}">
                      <a16:colId xmlns:a16="http://schemas.microsoft.com/office/drawing/2014/main" val="273613075"/>
                    </a:ext>
                  </a:extLst>
                </a:gridCol>
                <a:gridCol w="1945616">
                  <a:extLst>
                    <a:ext uri="{9D8B030D-6E8A-4147-A177-3AD203B41FA5}">
                      <a16:colId xmlns:a16="http://schemas.microsoft.com/office/drawing/2014/main" val="2980680437"/>
                    </a:ext>
                  </a:extLst>
                </a:gridCol>
              </a:tblGrid>
              <a:tr h="34656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01:30-07:30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have a sleep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278048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07:30-08:00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wash up &amp; go for work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19861"/>
                  </a:ext>
                </a:extLst>
              </a:tr>
              <a:tr h="351116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C00000"/>
                          </a:solidFill>
                          <a:latin typeface="Blackadder ITC" panose="04020505051007020D02" pitchFamily="82" charset="0"/>
                        </a:rPr>
                        <a:t>08:00-09:25</a:t>
                      </a:r>
                      <a:endParaRPr lang="zh-CN" altLang="en-US" sz="1800" b="0" dirty="0">
                        <a:solidFill>
                          <a:srgbClr val="C0000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C00000"/>
                          </a:solidFill>
                          <a:latin typeface="Blackadder ITC" panose="04020505051007020D02" pitchFamily="82" charset="0"/>
                        </a:rPr>
                        <a:t>time interval 1 (1.5h)</a:t>
                      </a:r>
                      <a:endParaRPr lang="zh-CN" altLang="en-US" sz="1800" b="0" dirty="0">
                        <a:solidFill>
                          <a:srgbClr val="C0000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38032"/>
                  </a:ext>
                </a:extLst>
              </a:tr>
              <a:tr h="34187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C00000"/>
                          </a:solidFill>
                          <a:latin typeface="Blackadder ITC" panose="04020505051007020D02" pitchFamily="82" charset="0"/>
                        </a:rPr>
                        <a:t>09:35-11:30</a:t>
                      </a:r>
                      <a:endParaRPr lang="zh-CN" altLang="en-US" sz="1800" b="0" dirty="0">
                        <a:solidFill>
                          <a:srgbClr val="C00000"/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C00000"/>
                          </a:solidFill>
                          <a:latin typeface="Blackadder ITC" panose="04020505051007020D02" pitchFamily="82" charset="0"/>
                        </a:rPr>
                        <a:t>time interval 2 (2h)</a:t>
                      </a: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792806"/>
                  </a:ext>
                </a:extLst>
              </a:tr>
              <a:tr h="34187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11:30-13:00 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lunch &amp;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lackadder ITC" panose="04020505051007020D02" pitchFamily="82" charset="0"/>
                        </a:rPr>
                        <a:t>break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lackadder ITC" panose="04020505051007020D02" pitchFamily="82" charset="0"/>
                      </a:endParaRPr>
                    </a:p>
                  </a:txBody>
                  <a:tcPr>
                    <a:solidFill>
                      <a:schemeClr val="bg1">
                        <a:alpha val="6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132736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77397D67-6B67-4193-9A2C-68E5B2741C23}"/>
              </a:ext>
            </a:extLst>
          </p:cNvPr>
          <p:cNvSpPr txBox="1"/>
          <p:nvPr/>
        </p:nvSpPr>
        <p:spPr>
          <a:xfrm>
            <a:off x="4552950" y="1263"/>
            <a:ext cx="3086100" cy="377700"/>
          </a:xfrm>
          <a:prstGeom prst="rect">
            <a:avLst/>
          </a:prstGeom>
          <a:solidFill>
            <a:schemeClr val="bg1">
              <a:alpha val="62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sz="3200" b="1" dirty="0">
              <a:solidFill>
                <a:srgbClr val="00B050"/>
              </a:solidFill>
              <a:latin typeface="Blackadder ITC" panose="04020505051007020D02" pitchFamily="82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0D5BD1-933F-4942-A4D8-51E2131CB89B}"/>
              </a:ext>
            </a:extLst>
          </p:cNvPr>
          <p:cNvSpPr txBox="1"/>
          <p:nvPr/>
        </p:nvSpPr>
        <p:spPr>
          <a:xfrm>
            <a:off x="5423138" y="-33266"/>
            <a:ext cx="173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Blackadder ITC" panose="04020505051007020D02" pitchFamily="82" charset="0"/>
              </a:rPr>
              <a:t>S.A.M</a:t>
            </a:r>
            <a:endParaRPr lang="zh-CN" altLang="en-US" sz="3200" b="1" dirty="0">
              <a:solidFill>
                <a:srgbClr val="C00000"/>
              </a:solidFill>
              <a:latin typeface="Blackadder ITC" panose="04020505051007020D02" pitchFamily="82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A3F52A-AEFB-4A55-99AD-ADC506DF4557}"/>
              </a:ext>
            </a:extLst>
          </p:cNvPr>
          <p:cNvSpPr txBox="1"/>
          <p:nvPr/>
        </p:nvSpPr>
        <p:spPr>
          <a:xfrm>
            <a:off x="4552950" y="3152952"/>
            <a:ext cx="3086100" cy="377700"/>
          </a:xfrm>
          <a:prstGeom prst="rect">
            <a:avLst/>
          </a:prstGeom>
          <a:solidFill>
            <a:schemeClr val="bg1">
              <a:alpha val="62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sz="3200" b="1" dirty="0">
              <a:solidFill>
                <a:srgbClr val="00B050"/>
              </a:solidFill>
              <a:latin typeface="Blackadder ITC" panose="04020505051007020D02" pitchFamily="8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B4F3D8-FD5D-4D63-B5FE-8E8495423D77}"/>
              </a:ext>
            </a:extLst>
          </p:cNvPr>
          <p:cNvSpPr txBox="1"/>
          <p:nvPr/>
        </p:nvSpPr>
        <p:spPr>
          <a:xfrm>
            <a:off x="5683011" y="3049394"/>
            <a:ext cx="1628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  <a:latin typeface="Blackadder ITC" panose="04020505051007020D02" pitchFamily="82" charset="0"/>
              </a:rPr>
              <a:t>Firefly</a:t>
            </a:r>
            <a:endParaRPr lang="zh-CN" altLang="en-US" sz="3200" b="1" dirty="0">
              <a:solidFill>
                <a:srgbClr val="00B050"/>
              </a:solidFill>
              <a:latin typeface="Blackadder ITC" panose="0402050505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16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880503-495A-45C7-A071-07539BA42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932339"/>
              </p:ext>
            </p:extLst>
          </p:nvPr>
        </p:nvGraphicFramePr>
        <p:xfrm>
          <a:off x="60385" y="0"/>
          <a:ext cx="4071668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174">
                  <a:extLst>
                    <a:ext uri="{9D8B030D-6E8A-4147-A177-3AD203B41FA5}">
                      <a16:colId xmlns:a16="http://schemas.microsoft.com/office/drawing/2014/main" val="1324946112"/>
                    </a:ext>
                  </a:extLst>
                </a:gridCol>
                <a:gridCol w="2659494">
                  <a:extLst>
                    <a:ext uri="{9D8B030D-6E8A-4147-A177-3AD203B41FA5}">
                      <a16:colId xmlns:a16="http://schemas.microsoft.com/office/drawing/2014/main" val="3991870681"/>
                    </a:ext>
                  </a:extLst>
                </a:gridCol>
              </a:tblGrid>
              <a:tr h="32413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Arrangement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9644"/>
                  </a:ext>
                </a:extLst>
              </a:tr>
              <a:tr h="34656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01:30-07:30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have a sleep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79860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07:30-08:00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wash up, come to workstation 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721645"/>
                  </a:ext>
                </a:extLst>
              </a:tr>
              <a:tr h="351116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08:00-09:25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time interval 1 (1.5h)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59024"/>
                  </a:ext>
                </a:extLst>
              </a:tr>
              <a:tr h="34187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09:35-11:30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time interval 2 (2h)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597059"/>
                  </a:ext>
                </a:extLst>
              </a:tr>
              <a:tr h="332624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11:30-13:00 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have lunch and have a break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672107"/>
                  </a:ext>
                </a:extLst>
              </a:tr>
              <a:tr h="332005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13:00-14:25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time interval 3 (1.5h)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89860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14:35-17:30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time interval 4 (3h)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709647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17:30-19:00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go for a run, have lunch, take a shower 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437521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19:00-19:55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time interval 5 (1h)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590029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20:05-21:30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time interval 6 (1.5h)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005995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21:30-22:30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go to the gym and take a break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005016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22:30-23:30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time interval 7 (1h)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0950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23:30-01:00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time interval 8 (1.5h)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962400"/>
                  </a:ext>
                </a:extLst>
              </a:tr>
              <a:tr h="296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01:00-01:30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go for a run, have lunch, take a shower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358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341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202</Words>
  <Application>Microsoft Office PowerPoint</Application>
  <PresentationFormat>宽屏</PresentationFormat>
  <Paragraphs>60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Blackadder ITC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草 古</dc:creator>
  <cp:lastModifiedBy>草 古</cp:lastModifiedBy>
  <cp:revision>29</cp:revision>
  <dcterms:created xsi:type="dcterms:W3CDTF">2025-06-11T04:17:51Z</dcterms:created>
  <dcterms:modified xsi:type="dcterms:W3CDTF">2025-06-11T05:07:14Z</dcterms:modified>
</cp:coreProperties>
</file>