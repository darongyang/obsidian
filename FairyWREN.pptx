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2" r:id="rId4"/>
    <p:sldId id="257" r:id="rId5"/>
    <p:sldId id="258" r:id="rId6"/>
    <p:sldId id="259" r:id="rId7"/>
    <p:sldId id="260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背景" id="{E186455B-381E-4BE5-A853-9130D2C702B9}">
          <p14:sldIdLst>
            <p14:sldId id="256"/>
            <p14:sldId id="261"/>
            <p14:sldId id="262"/>
          </p14:sldIdLst>
        </p14:section>
        <p14:section name="动机" id="{65505D3F-C661-4446-9C44-17C17DC0C420}">
          <p14:sldIdLst>
            <p14:sldId id="257"/>
          </p14:sldIdLst>
        </p14:section>
        <p14:section name="设计" id="{1CCB9104-8C0C-415A-ABCD-7B9CB89523AB}">
          <p14:sldIdLst>
            <p14:sldId id="258"/>
          </p14:sldIdLst>
        </p14:section>
        <p14:section name="测试" id="{71833DD5-081E-47BF-9AEE-7D6F2867CC6E}">
          <p14:sldIdLst>
            <p14:sldId id="259"/>
          </p14:sldIdLst>
        </p14:section>
        <p14:section name="总结" id="{3A65DC49-2D25-46E4-B8C4-D2C47F6067CD}">
          <p14:sldIdLst>
            <p14:sldId id="26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8" d="100"/>
          <a:sy n="118" d="100"/>
        </p:scale>
        <p:origin x="6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CCCFBD-5B8E-33AF-64AC-63CB763B7B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5E606A5-082A-2A25-8645-0F7FBBFAC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AF27CF-E7E6-8B4D-FC06-DF02AF3D8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08B7E-EC2F-4D83-A3A5-613BD1C226DB}" type="datetimeFigureOut">
              <a:rPr lang="zh-CN" altLang="en-US" smtClean="0"/>
              <a:t>2024/11/2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08C2C5-D079-5BD0-2B85-632115852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9A2F2D-5BDC-A88C-0B93-BCF15B01E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48B04-10E1-47DE-B92B-CD5E92458B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7479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1CC24C-27DB-6445-FA1A-BD8E41AE6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CF8608-E06B-BF1A-4399-0351B9A2DD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8A11AE-D0CD-D623-8E51-CFF9DDDFB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08B7E-EC2F-4D83-A3A5-613BD1C226DB}" type="datetimeFigureOut">
              <a:rPr lang="zh-CN" altLang="en-US" smtClean="0"/>
              <a:t>2024/11/2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60D018-AB58-0FC8-D1C7-1AFFAFF95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72B2F2-519C-23AA-00C4-29B260481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48B04-10E1-47DE-B92B-CD5E92458B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0910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708642-E9AC-0A75-1BA2-CB5D1144A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35FA486-D496-5F14-5BE8-9DD09DB9AB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C0D5B9-10BD-85EE-120E-2B1FD0058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08B7E-EC2F-4D83-A3A5-613BD1C226DB}" type="datetimeFigureOut">
              <a:rPr lang="zh-CN" altLang="en-US" smtClean="0"/>
              <a:t>2024/11/2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C5FFFAE-E5E8-CC0F-4B1A-226D78C08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63FDA4-4BC4-AB04-1747-860DF9B19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48B04-10E1-47DE-B92B-CD5E92458B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3788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E9F2F0-7FBC-E91C-20E7-0F39AB8AE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58EE1C-0C33-9F3E-13CC-BF3B51D081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CDEF0F9-132F-6479-89DB-93860D4E0F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A69C85-6FC0-58CF-C43A-847ABC838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08B7E-EC2F-4D83-A3A5-613BD1C226DB}" type="datetimeFigureOut">
              <a:rPr lang="zh-CN" altLang="en-US" smtClean="0"/>
              <a:t>2024/11/2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E6402B6-BE3C-1575-AE77-14CE4AB8C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5B1BF69-F7E7-F1D4-2C5C-14AD40FB1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48B04-10E1-47DE-B92B-CD5E92458B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4901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E8E9E2-A628-ADA4-189D-8AAFEF6D7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17DF448-C29F-0B53-690D-A121F3973B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E9B65E0-D885-8BC4-3461-D5AE87A12F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C374A6D-6105-74A0-C9BA-898DBD65B4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7A5B602-EDDF-E6B4-0DC1-154B70EB60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6F8CAF2-1552-5287-B33D-1F72335AE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08B7E-EC2F-4D83-A3A5-613BD1C226DB}" type="datetimeFigureOut">
              <a:rPr lang="zh-CN" altLang="en-US" smtClean="0"/>
              <a:t>2024/11/2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CFC07A0-C80D-0CA1-031D-49381A5B2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444156A-F839-F4A6-0CF9-43F7CF40C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48B04-10E1-47DE-B92B-CD5E92458B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3388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82A020-A24C-84F9-43B1-6A05B41A4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218B975-0B31-032D-267B-131A281E3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08B7E-EC2F-4D83-A3A5-613BD1C226DB}" type="datetimeFigureOut">
              <a:rPr lang="zh-CN" altLang="en-US" smtClean="0"/>
              <a:t>2024/11/2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8E52029-5E28-5A10-C278-57B527709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4430D01-01D2-1091-C1A6-F086AA19A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48B04-10E1-47DE-B92B-CD5E92458B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8205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5DEF3EF-B7B2-B4D0-1263-C0B28D2F9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08B7E-EC2F-4D83-A3A5-613BD1C226DB}" type="datetimeFigureOut">
              <a:rPr lang="zh-CN" altLang="en-US" smtClean="0"/>
              <a:t>2024/11/2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2DBCB28-4A5F-B4AF-8879-AC12CD8AD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88AEF56-79CD-0EA1-E377-58ACE705F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48B04-10E1-47DE-B92B-CD5E92458B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9583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A5A53C-3A3F-5023-FDA7-2A6B7FC37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65A8CB-2DD2-606A-3EE4-ADB14FAC93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A70D9AA-A8AC-2443-C03E-66D9081020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3439B97-63D3-52AD-B672-4AA3EFB49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08B7E-EC2F-4D83-A3A5-613BD1C226DB}" type="datetimeFigureOut">
              <a:rPr lang="zh-CN" altLang="en-US" smtClean="0"/>
              <a:t>2024/11/2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978EC91-CC3E-2AB6-EC92-303A39038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9896702-1D81-9DFF-CF61-38EB6A6BE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48B04-10E1-47DE-B92B-CD5E92458B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039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0D05EE-6477-1A57-D2F3-DB9950341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1CDB8B0-0B84-9D9B-1A29-399EDE435B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61185C8-B6A2-EC6B-3509-5CD05A4AF3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15930B2-5A3D-A174-3425-FFEC13B40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08B7E-EC2F-4D83-A3A5-613BD1C226DB}" type="datetimeFigureOut">
              <a:rPr lang="zh-CN" altLang="en-US" smtClean="0"/>
              <a:t>2024/11/2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921CE05-F9F6-5A10-9F30-5925A676B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F125BCF-DF1E-0DAD-8458-9C6F63887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48B04-10E1-47DE-B92B-CD5E92458B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47054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50BB94-80F6-639C-65BA-31BA17F1F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68D9B8E-4961-3662-ACA1-EE76EE9931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4D9823-7145-6FB7-25EB-F98CC25E6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08B7E-EC2F-4D83-A3A5-613BD1C226DB}" type="datetimeFigureOut">
              <a:rPr lang="zh-CN" altLang="en-US" smtClean="0"/>
              <a:t>2024/11/2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DE78AE-C138-A30F-2759-BBA03B656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8C4CAD-481C-85F6-B537-6227335EC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48B04-10E1-47DE-B92B-CD5E92458B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9479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728EAF2-3C72-0A7D-607D-66EE1F42EB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CE2E160-AD9A-2127-C311-56565B6055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5206A9-FC8E-BE02-EF75-16C5F1FF9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08B7E-EC2F-4D83-A3A5-613BD1C226DB}" type="datetimeFigureOut">
              <a:rPr lang="zh-CN" altLang="en-US" smtClean="0"/>
              <a:t>2024/11/2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06EE13-DA80-C419-D197-7A3A28EDB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488350-A3FC-1599-12B6-7DDE76208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48B04-10E1-47DE-B92B-CD5E92458B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7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164B58F-53F3-C95A-BCF0-A5F02796C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7D2BC1B-DF99-985A-6B67-F2782E0B9D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0F9CA8-7E0A-7E8C-9B47-5E7EA804F0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E08B7E-EC2F-4D83-A3A5-613BD1C226DB}" type="datetimeFigureOut">
              <a:rPr lang="zh-CN" altLang="en-US" smtClean="0"/>
              <a:t>2024/11/2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B3DBDB-36B8-E4E1-A076-2048971BE3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C46F75-F5EB-3FD1-8BCC-AD4D92F342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48B04-10E1-47DE-B92B-CD5E92458B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620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CA89BBB8-75E5-1CE8-758E-10D96B85BFCB}"/>
              </a:ext>
            </a:extLst>
          </p:cNvPr>
          <p:cNvSpPr txBox="1"/>
          <p:nvPr/>
        </p:nvSpPr>
        <p:spPr>
          <a:xfrm>
            <a:off x="654996" y="395591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数据中心的碳减排</a:t>
            </a:r>
          </a:p>
        </p:txBody>
      </p:sp>
    </p:spTree>
    <p:extLst>
      <p:ext uri="{BB962C8B-B14F-4D97-AF65-F5344CB8AC3E}">
        <p14:creationId xmlns:p14="http://schemas.microsoft.com/office/powerpoint/2010/main" val="1009602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F3DE7-C2B1-28B9-85B5-DF738B4CE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C32A0DA7-3A61-43AE-B961-6154989CAEF0}"/>
              </a:ext>
            </a:extLst>
          </p:cNvPr>
          <p:cNvSpPr txBox="1"/>
          <p:nvPr/>
        </p:nvSpPr>
        <p:spPr>
          <a:xfrm>
            <a:off x="648511" y="37613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闪存寿命</a:t>
            </a:r>
          </a:p>
        </p:txBody>
      </p:sp>
    </p:spTree>
    <p:extLst>
      <p:ext uri="{BB962C8B-B14F-4D97-AF65-F5344CB8AC3E}">
        <p14:creationId xmlns:p14="http://schemas.microsoft.com/office/powerpoint/2010/main" val="879930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3D77D-8FAE-A626-C746-431D151D5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31DF9F95-5891-0C46-938D-0FF7A11D62B0}"/>
              </a:ext>
            </a:extLst>
          </p:cNvPr>
          <p:cNvSpPr txBox="1"/>
          <p:nvPr/>
        </p:nvSpPr>
        <p:spPr>
          <a:xfrm>
            <a:off x="648511" y="37613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新闪存接口</a:t>
            </a:r>
          </a:p>
        </p:txBody>
      </p:sp>
    </p:spTree>
    <p:extLst>
      <p:ext uri="{BB962C8B-B14F-4D97-AF65-F5344CB8AC3E}">
        <p14:creationId xmlns:p14="http://schemas.microsoft.com/office/powerpoint/2010/main" val="3660762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254CD71-7AB1-319F-F66C-E901A29856A1}"/>
              </a:ext>
            </a:extLst>
          </p:cNvPr>
          <p:cNvSpPr txBox="1"/>
          <p:nvPr/>
        </p:nvSpPr>
        <p:spPr>
          <a:xfrm>
            <a:off x="648511" y="37613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新闪存接口</a:t>
            </a:r>
          </a:p>
        </p:txBody>
      </p:sp>
    </p:spTree>
    <p:extLst>
      <p:ext uri="{BB962C8B-B14F-4D97-AF65-F5344CB8AC3E}">
        <p14:creationId xmlns:p14="http://schemas.microsoft.com/office/powerpoint/2010/main" val="808168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55475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55E52D-5512-32F9-823C-2EC0D17B2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D52C86-FD80-32EB-0D56-CD3D5AA2A9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20784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661F57-1F11-ED5A-9956-270F2A465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261911-4DE8-1C09-79B3-5ADC291E61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23707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17</Words>
  <Application>Microsoft Office PowerPoint</Application>
  <PresentationFormat>宽屏</PresentationFormat>
  <Paragraphs>4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草 古</dc:creator>
  <cp:lastModifiedBy>草 古</cp:lastModifiedBy>
  <cp:revision>8</cp:revision>
  <dcterms:created xsi:type="dcterms:W3CDTF">2024-11-02T02:01:08Z</dcterms:created>
  <dcterms:modified xsi:type="dcterms:W3CDTF">2024-11-02T02:13:19Z</dcterms:modified>
</cp:coreProperties>
</file>